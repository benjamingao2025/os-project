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1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5765" y="-71755"/>
            <a:ext cx="12870180" cy="7023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294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48029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1422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40335" y="0"/>
            <a:ext cx="123323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41488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43520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52705"/>
            <a:ext cx="12192000" cy="69113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43965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61427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635"/>
            <a:ext cx="1254315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Sheets</Application>
  <PresentationFormat>宽屏</PresentationFormat>
  <Paragraphs>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苹方-简</vt:lpstr>
      <vt:lpstr>Microsoft YaHei</vt:lpstr>
      <vt:lpstr>汉仪旗黑</vt:lpstr>
      <vt:lpstr>Arial Unicode MS</vt:lpstr>
      <vt:lpstr>SimSun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Benjamin_G</cp:lastModifiedBy>
  <cp:revision>164</cp:revision>
  <dcterms:created xsi:type="dcterms:W3CDTF">2025-11-23T07:15:58Z</dcterms:created>
  <dcterms:modified xsi:type="dcterms:W3CDTF">2025-11-23T07:15:58Z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1033-12.1.23540.23540</vt:lpwstr>
  </property>
  <property fmtid="{D5CDD505-2E9C-101B-9397-08002B2CF9AE}" pid="3" name="ICV">
    <vt:lpwstr>2E91572665D31D266EB222697B769301_41</vt:lpwstr>
  </property>
</Properties>
</file>